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8601D-A1F0-AAFE-3A97-DB58E71A0E6D}" v="255" dt="2025-07-11T17:17:00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isara Hansindu" userId="6c8358af2a06217b" providerId="Windows Live" clId="Web-{16F8601D-A1F0-AAFE-3A97-DB58E71A0E6D}"/>
    <pc:docChg chg="modSld">
      <pc:chgData name="Akisara Hansindu" userId="6c8358af2a06217b" providerId="Windows Live" clId="Web-{16F8601D-A1F0-AAFE-3A97-DB58E71A0E6D}" dt="2025-07-11T17:17:00.047" v="209"/>
      <pc:docMkLst>
        <pc:docMk/>
      </pc:docMkLst>
      <pc:sldChg chg="addSp delSp modSp mod setBg">
        <pc:chgData name="Akisara Hansindu" userId="6c8358af2a06217b" providerId="Windows Live" clId="Web-{16F8601D-A1F0-AAFE-3A97-DB58E71A0E6D}" dt="2025-07-11T17:17:00.047" v="209"/>
        <pc:sldMkLst>
          <pc:docMk/>
          <pc:sldMk cId="1745687401" sldId="256"/>
        </pc:sldMkLst>
        <pc:spChg chg="mod">
          <ac:chgData name="Akisara Hansindu" userId="6c8358af2a06217b" providerId="Windows Live" clId="Web-{16F8601D-A1F0-AAFE-3A97-DB58E71A0E6D}" dt="2025-07-11T17:14:56.355" v="202" actId="20577"/>
          <ac:spMkLst>
            <pc:docMk/>
            <pc:sldMk cId="1745687401" sldId="256"/>
            <ac:spMk id="2" creationId="{9E44D5FF-557F-ED8F-E8D6-ED7BEF88625B}"/>
          </ac:spMkLst>
        </pc:spChg>
        <pc:spChg chg="add mod ord">
          <ac:chgData name="Akisara Hansindu" userId="6c8358af2a06217b" providerId="Windows Live" clId="Web-{16F8601D-A1F0-AAFE-3A97-DB58E71A0E6D}" dt="2025-07-11T17:16:53.359" v="208"/>
          <ac:spMkLst>
            <pc:docMk/>
            <pc:sldMk cId="1745687401" sldId="256"/>
            <ac:spMk id="3" creationId="{207DF52C-748E-6854-581D-EAC3A9A77451}"/>
          </ac:spMkLst>
        </pc:spChg>
        <pc:spChg chg="add mod ord">
          <ac:chgData name="Akisara Hansindu" userId="6c8358af2a06217b" providerId="Windows Live" clId="Web-{16F8601D-A1F0-AAFE-3A97-DB58E71A0E6D}" dt="2025-07-11T17:17:00.047" v="209"/>
          <ac:spMkLst>
            <pc:docMk/>
            <pc:sldMk cId="1745687401" sldId="256"/>
            <ac:spMk id="4" creationId="{5110C605-3196-4FD8-CDB6-19CB45C9A1D2}"/>
          </ac:spMkLst>
        </pc:spChg>
        <pc:spChg chg="add mod ord">
          <ac:chgData name="Akisara Hansindu" userId="6c8358af2a06217b" providerId="Windows Live" clId="Web-{16F8601D-A1F0-AAFE-3A97-DB58E71A0E6D}" dt="2025-07-11T16:17:14.695" v="98"/>
          <ac:spMkLst>
            <pc:docMk/>
            <pc:sldMk cId="1745687401" sldId="256"/>
            <ac:spMk id="5" creationId="{028482D5-399C-4362-A582-6759A9A00B1D}"/>
          </ac:spMkLst>
        </pc:spChg>
        <pc:spChg chg="add mod ord">
          <ac:chgData name="Akisara Hansindu" userId="6c8358af2a06217b" providerId="Windows Live" clId="Web-{16F8601D-A1F0-AAFE-3A97-DB58E71A0E6D}" dt="2025-07-11T16:22:51.126" v="126" actId="14100"/>
          <ac:spMkLst>
            <pc:docMk/>
            <pc:sldMk cId="1745687401" sldId="256"/>
            <ac:spMk id="6" creationId="{51B00CE1-7F85-4576-3E06-5CD0DE6A5A33}"/>
          </ac:spMkLst>
        </pc:spChg>
        <pc:spChg chg="mod">
          <ac:chgData name="Akisara Hansindu" userId="6c8358af2a06217b" providerId="Windows Live" clId="Web-{16F8601D-A1F0-AAFE-3A97-DB58E71A0E6D}" dt="2025-07-11T16:31:59.220" v="158" actId="1076"/>
          <ac:spMkLst>
            <pc:docMk/>
            <pc:sldMk cId="1745687401" sldId="256"/>
            <ac:spMk id="7" creationId="{CD50CB6A-6E99-2D42-72B0-4F957C7ED425}"/>
          </ac:spMkLst>
        </pc:spChg>
        <pc:spChg chg="add del mod ord">
          <ac:chgData name="Akisara Hansindu" userId="6c8358af2a06217b" providerId="Windows Live" clId="Web-{16F8601D-A1F0-AAFE-3A97-DB58E71A0E6D}" dt="2025-07-11T16:26:48.071" v="133"/>
          <ac:spMkLst>
            <pc:docMk/>
            <pc:sldMk cId="1745687401" sldId="256"/>
            <ac:spMk id="8" creationId="{BF426FD2-A644-1B72-D42D-B04B127A5560}"/>
          </ac:spMkLst>
        </pc:spChg>
        <pc:spChg chg="mod">
          <ac:chgData name="Akisara Hansindu" userId="6c8358af2a06217b" providerId="Windows Live" clId="Web-{16F8601D-A1F0-AAFE-3A97-DB58E71A0E6D}" dt="2025-07-11T16:35:07.069" v="171" actId="20577"/>
          <ac:spMkLst>
            <pc:docMk/>
            <pc:sldMk cId="1745687401" sldId="256"/>
            <ac:spMk id="9" creationId="{7395DC31-EFD2-6A2D-F9EA-305736C596A2}"/>
          </ac:spMkLst>
        </pc:spChg>
        <pc:spChg chg="add del mod">
          <ac:chgData name="Akisara Hansindu" userId="6c8358af2a06217b" providerId="Windows Live" clId="Web-{16F8601D-A1F0-AAFE-3A97-DB58E71A0E6D}" dt="2025-07-11T17:12:38.194" v="184"/>
          <ac:spMkLst>
            <pc:docMk/>
            <pc:sldMk cId="1745687401" sldId="256"/>
            <ac:spMk id="10" creationId="{E57704BE-7649-E924-FB13-FF5AA23394C6}"/>
          </ac:spMkLst>
        </pc:spChg>
        <pc:spChg chg="mod">
          <ac:chgData name="Akisara Hansindu" userId="6c8358af2a06217b" providerId="Windows Live" clId="Web-{16F8601D-A1F0-AAFE-3A97-DB58E71A0E6D}" dt="2025-07-11T16:27:17.306" v="136" actId="1076"/>
          <ac:spMkLst>
            <pc:docMk/>
            <pc:sldMk cId="1745687401" sldId="256"/>
            <ac:spMk id="15" creationId="{2AEF7502-96B8-105F-D388-A9152643B264}"/>
          </ac:spMkLst>
        </pc:spChg>
        <pc:spChg chg="add mod ord">
          <ac:chgData name="Akisara Hansindu" userId="6c8358af2a06217b" providerId="Windows Live" clId="Web-{16F8601D-A1F0-AAFE-3A97-DB58E71A0E6D}" dt="2025-07-11T16:33:38.192" v="166"/>
          <ac:spMkLst>
            <pc:docMk/>
            <pc:sldMk cId="1745687401" sldId="256"/>
            <ac:spMk id="16" creationId="{469521CC-4C4A-0F5B-DE7F-4539CE97553F}"/>
          </ac:spMkLst>
        </pc:spChg>
        <pc:spChg chg="mod">
          <ac:chgData name="Akisara Hansindu" userId="6c8358af2a06217b" providerId="Windows Live" clId="Web-{16F8601D-A1F0-AAFE-3A97-DB58E71A0E6D}" dt="2025-07-11T16:34:33.287" v="168" actId="20577"/>
          <ac:spMkLst>
            <pc:docMk/>
            <pc:sldMk cId="1745687401" sldId="256"/>
            <ac:spMk id="30" creationId="{0565E959-3C16-C547-5D84-0D7E4A739AFA}"/>
          </ac:spMkLst>
        </pc:spChg>
        <pc:spChg chg="mod">
          <ac:chgData name="Akisara Hansindu" userId="6c8358af2a06217b" providerId="Windows Live" clId="Web-{16F8601D-A1F0-AAFE-3A97-DB58E71A0E6D}" dt="2025-07-11T16:34:38.678" v="169" actId="20577"/>
          <ac:spMkLst>
            <pc:docMk/>
            <pc:sldMk cId="1745687401" sldId="256"/>
            <ac:spMk id="32" creationId="{C57DBFE3-0157-4BE9-92B1-BDA1D1076969}"/>
          </ac:spMkLst>
        </pc:spChg>
        <pc:spChg chg="mod">
          <ac:chgData name="Akisara Hansindu" userId="6c8358af2a06217b" providerId="Windows Live" clId="Web-{16F8601D-A1F0-AAFE-3A97-DB58E71A0E6D}" dt="2025-07-11T16:18:06.165" v="99" actId="1076"/>
          <ac:spMkLst>
            <pc:docMk/>
            <pc:sldMk cId="1745687401" sldId="256"/>
            <ac:spMk id="35" creationId="{E9B5A5B0-CB88-7DCE-AD77-948DAC99B86C}"/>
          </ac:spMkLst>
        </pc:spChg>
        <pc:spChg chg="del mod">
          <ac:chgData name="Akisara Hansindu" userId="6c8358af2a06217b" providerId="Windows Live" clId="Web-{16F8601D-A1F0-AAFE-3A97-DB58E71A0E6D}" dt="2025-07-11T16:01:04.855" v="23"/>
          <ac:spMkLst>
            <pc:docMk/>
            <pc:sldMk cId="1745687401" sldId="256"/>
            <ac:spMk id="38" creationId="{D7F2CA67-9171-BD19-EF42-7A111B41F95B}"/>
          </ac:spMkLst>
        </pc:spChg>
        <pc:picChg chg="add del mod ord modCrop">
          <ac:chgData name="Akisara Hansindu" userId="6c8358af2a06217b" providerId="Windows Live" clId="Web-{16F8601D-A1F0-AAFE-3A97-DB58E71A0E6D}" dt="2025-07-11T17:15:24.856" v="206" actId="1076"/>
          <ac:picMkLst>
            <pc:docMk/>
            <pc:sldMk cId="1745687401" sldId="256"/>
            <ac:picMk id="8" creationId="{A18B136A-B8FD-F62B-E735-64DE21D4F31F}"/>
          </ac:picMkLst>
        </pc:picChg>
        <pc:picChg chg="add del mod">
          <ac:chgData name="Akisara Hansindu" userId="6c8358af2a06217b" providerId="Windows Live" clId="Web-{16F8601D-A1F0-AAFE-3A97-DB58E71A0E6D}" dt="2025-07-11T16:32:14.455" v="160"/>
          <ac:picMkLst>
            <pc:docMk/>
            <pc:sldMk cId="1745687401" sldId="256"/>
            <ac:picMk id="10" creationId="{323D9433-1C9D-DEFB-C291-81F5D82DBC7E}"/>
          </ac:picMkLst>
        </pc:picChg>
        <pc:picChg chg="add del mod">
          <ac:chgData name="Akisara Hansindu" userId="6c8358af2a06217b" providerId="Windows Live" clId="Web-{16F8601D-A1F0-AAFE-3A97-DB58E71A0E6D}" dt="2025-07-11T16:31:08.500" v="154"/>
          <ac:picMkLst>
            <pc:docMk/>
            <pc:sldMk cId="1745687401" sldId="256"/>
            <ac:picMk id="11" creationId="{521BAF0E-C51A-F46E-DBA1-7E1B5E1A60F6}"/>
          </ac:picMkLst>
        </pc:picChg>
        <pc:picChg chg="add mod">
          <ac:chgData name="Akisara Hansindu" userId="6c8358af2a06217b" providerId="Windows Live" clId="Web-{16F8601D-A1F0-AAFE-3A97-DB58E71A0E6D}" dt="2025-07-11T16:35:55.680" v="176"/>
          <ac:picMkLst>
            <pc:docMk/>
            <pc:sldMk cId="1745687401" sldId="256"/>
            <ac:picMk id="12" creationId="{D95D81F4-81F2-B7D8-4D85-DFCB238AFC8F}"/>
          </ac:picMkLst>
        </pc:picChg>
        <pc:picChg chg="add mod">
          <ac:chgData name="Akisara Hansindu" userId="6c8358af2a06217b" providerId="Windows Live" clId="Web-{16F8601D-A1F0-AAFE-3A97-DB58E71A0E6D}" dt="2025-07-11T16:30:38.749" v="151"/>
          <ac:picMkLst>
            <pc:docMk/>
            <pc:sldMk cId="1745687401" sldId="256"/>
            <ac:picMk id="13" creationId="{1CD0BEB7-257D-78E8-474B-322DD3F4515B}"/>
          </ac:picMkLst>
        </pc:picChg>
        <pc:picChg chg="add mod">
          <ac:chgData name="Akisara Hansindu" userId="6c8358af2a06217b" providerId="Windows Live" clId="Web-{16F8601D-A1F0-AAFE-3A97-DB58E71A0E6D}" dt="2025-07-11T16:33:07.050" v="163" actId="1076"/>
          <ac:picMkLst>
            <pc:docMk/>
            <pc:sldMk cId="1745687401" sldId="256"/>
            <ac:picMk id="14" creationId="{080A654B-264E-6E95-B489-DED6A7E2D870}"/>
          </ac:picMkLst>
        </pc:picChg>
        <pc:picChg chg="add del mod ord modCrop">
          <ac:chgData name="Akisara Hansindu" userId="6c8358af2a06217b" providerId="Windows Live" clId="Web-{16F8601D-A1F0-AAFE-3A97-DB58E71A0E6D}" dt="2025-07-11T16:40:16.453" v="178"/>
          <ac:picMkLst>
            <pc:docMk/>
            <pc:sldMk cId="1745687401" sldId="256"/>
            <ac:picMk id="37" creationId="{4071B1E7-574C-450F-232C-CE44B47599EF}"/>
          </ac:picMkLst>
        </pc:picChg>
        <pc:picChg chg="del">
          <ac:chgData name="Akisara Hansindu" userId="6c8358af2a06217b" providerId="Windows Live" clId="Web-{16F8601D-A1F0-AAFE-3A97-DB58E71A0E6D}" dt="2025-07-11T16:00:47.339" v="19"/>
          <ac:picMkLst>
            <pc:docMk/>
            <pc:sldMk cId="1745687401" sldId="256"/>
            <ac:picMk id="40" creationId="{BF6F13D3-6D91-69B6-5709-9E83F35F37C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8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1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42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2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8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8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7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4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52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0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19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8969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54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50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8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61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6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A089A-D0F7-4B63-AB6F-93D61EF0122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6F92C-1EC6-43FE-92F4-900B1B82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747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hyperlink" Target="https://gadgetsin.com/satechi-iq-plug-bluetooth-smart-outlet.htm" TargetMode="External"/><Relationship Id="rId4" Type="http://schemas.openxmlformats.org/officeDocument/2006/relationships/image" Target="../media/image5.svg"/><Relationship Id="rId9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9521CC-4C4A-0F5B-DE7F-4539CE97553F}"/>
              </a:ext>
            </a:extLst>
          </p:cNvPr>
          <p:cNvSpPr/>
          <p:nvPr/>
        </p:nvSpPr>
        <p:spPr>
          <a:xfrm>
            <a:off x="4939841" y="1576044"/>
            <a:ext cx="1952413" cy="1823036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B00CE1-7F85-4576-3E06-5CD0DE6A5A33}"/>
              </a:ext>
            </a:extLst>
          </p:cNvPr>
          <p:cNvSpPr/>
          <p:nvPr/>
        </p:nvSpPr>
        <p:spPr>
          <a:xfrm>
            <a:off x="846829" y="3730786"/>
            <a:ext cx="2930974" cy="252634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8482D5-399C-4362-A582-6759A9A00B1D}"/>
              </a:ext>
            </a:extLst>
          </p:cNvPr>
          <p:cNvSpPr/>
          <p:nvPr/>
        </p:nvSpPr>
        <p:spPr>
          <a:xfrm>
            <a:off x="6951062" y="3846019"/>
            <a:ext cx="4551710" cy="224645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white and black electrical device&#10;&#10;AI-generated content may be incorrect.">
            <a:extLst>
              <a:ext uri="{FF2B5EF4-FFF2-40B4-BE49-F238E27FC236}">
                <a16:creationId xmlns:a16="http://schemas.microsoft.com/office/drawing/2014/main" id="{4071B1E7-574C-450F-232C-CE44B4759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4" r="568" b="9873"/>
          <a:stretch>
            <a:fillRect/>
          </a:stretch>
        </p:blipFill>
        <p:spPr>
          <a:xfrm>
            <a:off x="4441011" y="3646054"/>
            <a:ext cx="1953803" cy="25340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10C605-3196-4FD8-CDB6-19CB45C9A1D2}"/>
              </a:ext>
            </a:extLst>
          </p:cNvPr>
          <p:cNvSpPr/>
          <p:nvPr/>
        </p:nvSpPr>
        <p:spPr>
          <a:xfrm>
            <a:off x="7048217" y="1779824"/>
            <a:ext cx="4897807" cy="1433035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7DF52C-748E-6854-581D-EAC3A9A77451}"/>
              </a:ext>
            </a:extLst>
          </p:cNvPr>
          <p:cNvSpPr/>
          <p:nvPr/>
        </p:nvSpPr>
        <p:spPr>
          <a:xfrm>
            <a:off x="244318" y="1782376"/>
            <a:ext cx="4516256" cy="1211864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4D5FF-557F-ED8F-E8D6-ED7BEF886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412" y="-282734"/>
            <a:ext cx="9502588" cy="2438321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HYBRID</a:t>
            </a:r>
            <a:r>
              <a:rPr lang="en-US" sz="4800" b="1" u="sng" dirty="0"/>
              <a:t> </a:t>
            </a:r>
            <a:r>
              <a:rPr lang="en-US" b="1" u="sng" dirty="0"/>
              <a:t>TIMER plug</a:t>
            </a:r>
            <a:r>
              <a:rPr lang="en-US" sz="4800" b="1" u="sng" dirty="0"/>
              <a:t>: Control Power Smarter – Anywhere, Anytime</a:t>
            </a:r>
            <a:br>
              <a:rPr lang="en-US" sz="4800" b="1" dirty="0"/>
            </a:br>
            <a:endParaRPr lang="en-US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0CB6A-6E99-2D42-72B0-4F957C7ED425}"/>
              </a:ext>
            </a:extLst>
          </p:cNvPr>
          <p:cNvSpPr txBox="1"/>
          <p:nvPr/>
        </p:nvSpPr>
        <p:spPr>
          <a:xfrm>
            <a:off x="5141244" y="2027529"/>
            <a:ext cx="1559683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Smart Flexible Affordable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5DC31-EFD2-6A2D-F9EA-305736C596A2}"/>
              </a:ext>
            </a:extLst>
          </p:cNvPr>
          <p:cNvSpPr txBox="1"/>
          <p:nvPr/>
        </p:nvSpPr>
        <p:spPr>
          <a:xfrm>
            <a:off x="253699" y="1886497"/>
            <a:ext cx="4498548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dirty="0"/>
              <a:t>👉</a:t>
            </a:r>
            <a:r>
              <a:rPr lang="en-US" sz="2000" dirty="0">
                <a:solidFill>
                  <a:srgbClr val="FFFFFF"/>
                </a:solidFill>
              </a:rPr>
              <a:t>Most smart plugs rely entirely on internet. Many users need offline + online control with flexible options.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EF7502-96B8-105F-D388-A9152643B264}"/>
              </a:ext>
            </a:extLst>
          </p:cNvPr>
          <p:cNvSpPr txBox="1"/>
          <p:nvPr/>
        </p:nvSpPr>
        <p:spPr>
          <a:xfrm>
            <a:off x="7053179" y="1785283"/>
            <a:ext cx="4890755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dirty="0"/>
              <a:t>👉 Our solution is a hybrid smart multiplug that allows individual socket control with both app-based and manual control, supported by a built-in timer and display.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65E959-3C16-C547-5D84-0D7E4A739AFA}"/>
              </a:ext>
            </a:extLst>
          </p:cNvPr>
          <p:cNvSpPr txBox="1"/>
          <p:nvPr/>
        </p:nvSpPr>
        <p:spPr>
          <a:xfrm>
            <a:off x="7384451" y="3905575"/>
            <a:ext cx="401156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Key Features 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7DBFE3-0157-4BE9-92B1-BDA1D1076969}"/>
              </a:ext>
            </a:extLst>
          </p:cNvPr>
          <p:cNvSpPr txBox="1"/>
          <p:nvPr/>
        </p:nvSpPr>
        <p:spPr>
          <a:xfrm>
            <a:off x="7234712" y="4499954"/>
            <a:ext cx="4340823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✅ Dual control (Manual + App)</a:t>
            </a:r>
            <a:br>
              <a:rPr lang="en-US" sz="2000" dirty="0">
                <a:solidFill>
                  <a:srgbClr val="FFFF00"/>
                </a:solidFill>
              </a:rPr>
            </a:br>
            <a:r>
              <a:rPr lang="en-US" sz="2000" dirty="0">
                <a:solidFill>
                  <a:srgbClr val="FFFF00"/>
                </a:solidFill>
              </a:rPr>
              <a:t>⏱️ Countdown timer with OLED display</a:t>
            </a:r>
            <a:br>
              <a:rPr lang="en-US" sz="2000" dirty="0">
                <a:solidFill>
                  <a:srgbClr val="FFFF00"/>
                </a:solidFill>
              </a:rPr>
            </a:br>
            <a:r>
              <a:rPr lang="en-US" sz="2000" dirty="0">
                <a:solidFill>
                  <a:srgbClr val="FFFF00"/>
                </a:solidFill>
              </a:rPr>
              <a:t>📶 Control from anywhere in the world</a:t>
            </a:r>
            <a:br>
              <a:rPr lang="en-US" sz="2000" dirty="0">
                <a:solidFill>
                  <a:srgbClr val="FFFF00"/>
                </a:solidFill>
              </a:rPr>
            </a:br>
            <a:r>
              <a:rPr lang="en-US" sz="2000" dirty="0">
                <a:solidFill>
                  <a:srgbClr val="FFFF00"/>
                </a:solidFill>
              </a:rPr>
              <a:t>🔌 Independent sockets control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B5A5B0-CB88-7DCE-AD77-948DAC99B86C}"/>
              </a:ext>
            </a:extLst>
          </p:cNvPr>
          <p:cNvSpPr txBox="1"/>
          <p:nvPr/>
        </p:nvSpPr>
        <p:spPr>
          <a:xfrm>
            <a:off x="1023882" y="3849131"/>
            <a:ext cx="2753453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Technologies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ESP32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OLED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Google Firebase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Custom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Custom Enclosure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2" name="Graphic 11" descr="Sad face with solid fill with solid fill">
            <a:extLst>
              <a:ext uri="{FF2B5EF4-FFF2-40B4-BE49-F238E27FC236}">
                <a16:creationId xmlns:a16="http://schemas.microsoft.com/office/drawing/2014/main" id="{D95D81F4-81F2-B7D8-4D85-DFCB238AF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0502" y="2444985"/>
            <a:ext cx="547512" cy="556919"/>
          </a:xfrm>
          <a:prstGeom prst="rect">
            <a:avLst/>
          </a:prstGeom>
        </p:spPr>
      </p:pic>
      <p:pic>
        <p:nvPicPr>
          <p:cNvPr id="13" name="Graphic 12" descr="Sunglasses face with solid fill with solid fill">
            <a:extLst>
              <a:ext uri="{FF2B5EF4-FFF2-40B4-BE49-F238E27FC236}">
                <a16:creationId xmlns:a16="http://schemas.microsoft.com/office/drawing/2014/main" id="{1CD0BEB7-257D-78E8-474B-322DD3F451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90267" y="2644305"/>
            <a:ext cx="575734" cy="575734"/>
          </a:xfrm>
          <a:prstGeom prst="rect">
            <a:avLst/>
          </a:prstGeom>
        </p:spPr>
      </p:pic>
      <p:pic>
        <p:nvPicPr>
          <p:cNvPr id="14" name="Graphic 13" descr="Head with gears with solid fill">
            <a:extLst>
              <a:ext uri="{FF2B5EF4-FFF2-40B4-BE49-F238E27FC236}">
                <a16:creationId xmlns:a16="http://schemas.microsoft.com/office/drawing/2014/main" id="{080A654B-264E-6E95-B489-DED6A7E2D8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9393" y="1617132"/>
            <a:ext cx="566326" cy="547512"/>
          </a:xfrm>
          <a:prstGeom prst="rect">
            <a:avLst/>
          </a:prstGeom>
        </p:spPr>
      </p:pic>
      <p:pic>
        <p:nvPicPr>
          <p:cNvPr id="8" name="Picture 7" descr="A hand holding a phone and a white device&#10;&#10;AI-generated content may be incorrect.">
            <a:extLst>
              <a:ext uri="{FF2B5EF4-FFF2-40B4-BE49-F238E27FC236}">
                <a16:creationId xmlns:a16="http://schemas.microsoft.com/office/drawing/2014/main" id="{A18B136A-B8FD-F62B-E735-64DE21D4F3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 l="47945" t="21218" r="274" b="279"/>
          <a:stretch>
            <a:fillRect/>
          </a:stretch>
        </p:blipFill>
        <p:spPr>
          <a:xfrm>
            <a:off x="11010899" y="221558"/>
            <a:ext cx="940139" cy="143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874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168</TotalTime>
  <Words>123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Circuit</vt:lpstr>
      <vt:lpstr>HYBRID TIMER plug: Control Power Smarter – Anywhere, Anytime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Helitha Weerasinghe</dc:creator>
  <cp:lastModifiedBy>Helitha Weerasinghe</cp:lastModifiedBy>
  <cp:revision>166</cp:revision>
  <dcterms:created xsi:type="dcterms:W3CDTF">2025-07-11T12:16:09Z</dcterms:created>
  <dcterms:modified xsi:type="dcterms:W3CDTF">2025-07-11T17:17:02Z</dcterms:modified>
</cp:coreProperties>
</file>